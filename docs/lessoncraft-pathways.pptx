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0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1176-8521-9C1A-7D71-53A18B191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4CCA8-F5BE-67F1-14F4-DC725144A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FD93B-778C-985A-F2D0-751F2145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2A02-9F42-861B-2F2F-E219C6F2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81ABF-9EAA-F2EA-AB66-8479D77B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58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7DB7-203D-6FDB-A66E-4E5083920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9D13-B8AE-13AB-2F34-2CD99A21D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1A2E-75F5-D7C0-E1F8-0D886A17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D52B0-80B2-7CAE-0F85-B76440B3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6B03A-2DAB-BCB6-05DB-7C3987E1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0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9174-40DB-67CA-213B-F115E658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3FD2B-2ECE-2D5C-A106-7E4B3563B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5FAD9-5773-4832-A372-EDEA1EDD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D7B3A-F756-B733-AD42-04A164EB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0ED20-50BC-F5B3-610B-22759C22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4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02DD-697F-72AC-EBDA-006F1D94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AB58F-C876-B3CF-3444-211115774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06891-46E7-DC13-B015-C24D84EE4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35572-91A7-54D6-3CAB-11879F74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1B89E-C85A-7407-2AE3-712B5883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D8E55-620D-FB7F-52B7-3D928F5F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8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2482-2961-57F9-87E1-5E09A060F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B9570-6974-F188-7077-4D08036B9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A5BDF-F134-5250-E52F-F341C2470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A2824-EAC2-80C5-12C0-891F0E1E1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7BD1F-B87D-4C00-28E5-421FF0110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7B5A4-AAAB-53DC-7D77-87A1ADE0E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B98FF0-38E8-B2CF-067D-0F37C937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37DBF9-4686-1F5C-D8E4-4C7329AB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4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7C83-BE7B-4A91-1D88-D9DEF66E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2255D-38BE-6D3A-457B-45F56E7B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F00D2-A9A3-5EE7-E683-A2B25A14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C07A5-E77A-4BC4-7D55-60CA529D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22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3C70D-1E29-190E-0049-7F1F87B6A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9A81D-467F-097D-BBB3-AA1154CE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44BD1-7A90-2320-5D67-6AD97C536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84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8F36-2A19-F3C7-041F-03E41625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77584-5C9B-5F6F-97D6-1A8C8A83D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D5BA8-462C-AC10-0370-46039D482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7EF81-2C5E-26FA-B34C-8995F794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1E6E6-48E1-330F-171D-0DC8103F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7DDEE-D545-1E7F-7357-0A82073AD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8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8D7E-8E6A-7980-929D-F9E2158CF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17F16B-F9D2-1439-3111-7DC6EC20BCC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1EEB9-F42A-9AF1-4804-04F56AA0B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43E91-DAFD-3908-5FAC-B2751DABF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40B5-9014-6165-7AE8-F9F897A5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CCBA7-F88A-3018-25FB-C99A6641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8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9DA9E-40EA-F688-23F1-C755FAC54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39507-228C-8A2A-1BAA-0781CCB78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E393A-A2C7-8398-8819-A6ED71AB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B2C58-F93C-FF45-44B2-12A1E749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39FD5-1F48-8F7C-3DBA-E656BF13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4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B32804-0619-7F04-FD3B-7DF6CAE99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03A08-0738-BFD4-948F-55D2C1584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25B45-E381-E503-A048-9B7C6AAB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48A6D-5EA8-FDEF-5942-E0849DFB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D5F8C-8530-4813-147B-E4D3FB3B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4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D4C5A-A9E9-B6FB-1CFF-90B78804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E5B94-9201-EAFA-19A2-AF0CAC711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8617-EA4D-DDE1-EA59-409D15909E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B6133-4DF9-4879-BBEE-CA75236D0D8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2410A-F162-AF42-EBAB-596DD0105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BBE4D-9CF8-8A45-65D7-7B0EF52C7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F3609-CF99-4061-B2AD-66BD0BB36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2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8EC4D4-6FB1-3A2A-0708-E61475AA3790}"/>
              </a:ext>
            </a:extLst>
          </p:cNvPr>
          <p:cNvSpPr txBox="1"/>
          <p:nvPr/>
        </p:nvSpPr>
        <p:spPr>
          <a:xfrm>
            <a:off x="609600" y="4572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2747"/>
                </a:solidFill>
                <a:latin typeface="Calibri" panose="020F0502020204030204" pitchFamily="34" charset="0"/>
              </a:rPr>
              <a:t>LessonCraft by Empowered Nexus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12481D-E05E-8ED0-D538-8A316473F789}"/>
              </a:ext>
            </a:extLst>
          </p:cNvPr>
          <p:cNvSpPr txBox="1"/>
          <p:nvPr/>
        </p:nvSpPr>
        <p:spPr>
          <a:xfrm>
            <a:off x="609600" y="1524000"/>
            <a:ext cx="10922000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Pathways helps a learner use trusted material to check what they understand, see what remains unclear, and practice one next step.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Prototype: one workplace status-update skill.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Empowered Nexus owns the product. The hackathon does not manage learners or accounts.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Local demo only. No account is required.</a:t>
            </a:r>
          </a:p>
        </p:txBody>
      </p:sp>
    </p:spTree>
    <p:extLst>
      <p:ext uri="{BB962C8B-B14F-4D97-AF65-F5344CB8AC3E}">
        <p14:creationId xmlns:p14="http://schemas.microsoft.com/office/powerpoint/2010/main" val="1157189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E16673-FA96-9D8C-4A97-B6E2D4F3430B}"/>
              </a:ext>
            </a:extLst>
          </p:cNvPr>
          <p:cNvSpPr txBox="1"/>
          <p:nvPr/>
        </p:nvSpPr>
        <p:spPr>
          <a:xfrm>
            <a:off x="609600" y="4572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2747"/>
                </a:solidFill>
                <a:latin typeface="Calibri" panose="020F0502020204030204" pitchFamily="34" charset="0"/>
              </a:rPr>
              <a:t>One skill, four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60A56-AC4C-D91A-3C8A-E1C4C368E2D2}"/>
              </a:ext>
            </a:extLst>
          </p:cNvPr>
          <p:cNvSpPr txBox="1"/>
          <p:nvPr/>
        </p:nvSpPr>
        <p:spPr>
          <a:xfrm>
            <a:off x="609600" y="1524000"/>
            <a:ext cx="10922000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1. Choose a learning goal.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2. Use approved evidence.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3. See what is demonstrated or still unclear.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4. Take one next practice step.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The learner can accept, edit, or dismiss that step. English and French.</a:t>
            </a:r>
          </a:p>
        </p:txBody>
      </p:sp>
    </p:spTree>
    <p:extLst>
      <p:ext uri="{BB962C8B-B14F-4D97-AF65-F5344CB8AC3E}">
        <p14:creationId xmlns:p14="http://schemas.microsoft.com/office/powerpoint/2010/main" val="421633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E3E432-7031-9F75-74C3-AE1B8956604A}"/>
              </a:ext>
            </a:extLst>
          </p:cNvPr>
          <p:cNvSpPr txBox="1"/>
          <p:nvPr/>
        </p:nvSpPr>
        <p:spPr>
          <a:xfrm>
            <a:off x="609600" y="4572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2747"/>
                </a:solidFill>
                <a:latin typeface="Calibri" panose="020F0502020204030204" pitchFamily="34" charset="0"/>
              </a:rPr>
              <a:t>The local 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8B627-295A-3236-3793-C41837D5F4B2}"/>
              </a:ext>
            </a:extLst>
          </p:cNvPr>
          <p:cNvSpPr txBox="1"/>
          <p:nvPr/>
        </p:nvSpPr>
        <p:spPr>
          <a:xfrm>
            <a:off x="609600" y="1524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Evidence Analyst, Pathway Planner, Verification Agent, and the orchestrator share one run.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The checker blocks unsupported claims, missing sources, the wrong language, blocked datasets, and hiring language.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What you can do now is prepared in the app. It is not model output.</a:t>
            </a:r>
          </a:p>
        </p:txBody>
      </p:sp>
    </p:spTree>
    <p:extLst>
      <p:ext uri="{BB962C8B-B14F-4D97-AF65-F5344CB8AC3E}">
        <p14:creationId xmlns:p14="http://schemas.microsoft.com/office/powerpoint/2010/main" val="3033290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AD72E-14F8-0F54-3E6C-0955F047B157}"/>
              </a:ext>
            </a:extLst>
          </p:cNvPr>
          <p:cNvSpPr txBox="1"/>
          <p:nvPr/>
        </p:nvSpPr>
        <p:spPr>
          <a:xfrm>
            <a:off x="609600" y="4572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2747"/>
                </a:solidFill>
                <a:latin typeface="Calibri" panose="020F0502020204030204" pitchFamily="34" charset="0"/>
              </a:rPr>
              <a:t>Zetaris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A1447-F4F1-315B-FACE-A23CD33A15A5}"/>
              </a:ext>
            </a:extLst>
          </p:cNvPr>
          <p:cNvSpPr txBox="1"/>
          <p:nvPr/>
        </p:nvSpPr>
        <p:spPr>
          <a:xfrm>
            <a:off x="609600" y="1524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Pathway structure stays on the local fixture.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A supporting passage is labeled Zetaris only after a reviewed public row is returned and checked again.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The trace names the passage id and section. Technical Writing Essentials, section 7.5, CC BY 4.0.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If Zetaris is unavailable, the page says it is on the fixture.</a:t>
            </a:r>
          </a:p>
        </p:txBody>
      </p:sp>
    </p:spTree>
    <p:extLst>
      <p:ext uri="{BB962C8B-B14F-4D97-AF65-F5344CB8AC3E}">
        <p14:creationId xmlns:p14="http://schemas.microsoft.com/office/powerpoint/2010/main" val="2078685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6263F3-841E-C499-0AC3-CF33D2AF7A9C}"/>
              </a:ext>
            </a:extLst>
          </p:cNvPr>
          <p:cNvSpPr txBox="1"/>
          <p:nvPr/>
        </p:nvSpPr>
        <p:spPr>
          <a:xfrm>
            <a:off x="609600" y="4572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2747"/>
                </a:solidFill>
                <a:latin typeface="Calibri" panose="020F0502020204030204" pitchFamily="34" charset="0"/>
              </a:rPr>
              <a:t>Meterless 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097B4-6319-2D77-EAC0-D297FAB6A92D}"/>
              </a:ext>
            </a:extLst>
          </p:cNvPr>
          <p:cNvSpPr txBox="1"/>
          <p:nvPr/>
        </p:nvSpPr>
        <p:spPr>
          <a:xfrm>
            <a:off x="609600" y="1524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Consent on stores the pseudonymous id, goal, demonstrated competency ids, outcome, and feedback.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Consent off stores nothing.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The note and uploaded files are not stored. Reset deletes that id.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Meterless memory is not sent to NVIDIA.</a:t>
            </a:r>
          </a:p>
        </p:txBody>
      </p:sp>
    </p:spTree>
    <p:extLst>
      <p:ext uri="{BB962C8B-B14F-4D97-AF65-F5344CB8AC3E}">
        <p14:creationId xmlns:p14="http://schemas.microsoft.com/office/powerpoint/2010/main" val="274961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832ED-D326-A97D-E2A2-93486E8F1A2F}"/>
              </a:ext>
            </a:extLst>
          </p:cNvPr>
          <p:cNvSpPr txBox="1"/>
          <p:nvPr/>
        </p:nvSpPr>
        <p:spPr>
          <a:xfrm>
            <a:off x="609600" y="4572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2747"/>
                </a:solidFill>
                <a:latin typeface="Calibri" panose="020F0502020204030204" pitchFamily="34" charset="0"/>
              </a:rPr>
              <a:t>Optional Nemotron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770F4-0116-528D-C16F-D4CB745E286C}"/>
              </a:ext>
            </a:extLst>
          </p:cNvPr>
          <p:cNvSpPr txBox="1"/>
          <p:nvPr/>
        </p:nvSpPr>
        <p:spPr>
          <a:xfrm>
            <a:off x="609600" y="1524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The checkbox is off until the learner consents.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The request sends selected quiz answers and the approved passage only.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Requested model: nvidia/nemotron-3.5-super-vl-120b-a12b. The trace shows the served model id.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The draft sits under the local next step and does not replace it. This content does not train Nemotron.</a:t>
            </a:r>
          </a:p>
        </p:txBody>
      </p:sp>
    </p:spTree>
    <p:extLst>
      <p:ext uri="{BB962C8B-B14F-4D97-AF65-F5344CB8AC3E}">
        <p14:creationId xmlns:p14="http://schemas.microsoft.com/office/powerpoint/2010/main" val="1493989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B2BEA-55A4-BD47-C96B-368AE23FA9CB}"/>
              </a:ext>
            </a:extLst>
          </p:cNvPr>
          <p:cNvSpPr txBox="1"/>
          <p:nvPr/>
        </p:nvSpPr>
        <p:spPr>
          <a:xfrm>
            <a:off x="609600" y="4572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2747"/>
                </a:solidFill>
                <a:latin typeface="Calibri" panose="020F0502020204030204" pitchFamily="34" charset="0"/>
              </a:rPr>
              <a:t>What this prototype is not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9B385-D9DE-023C-9753-350BF4A16B05}"/>
              </a:ext>
            </a:extLst>
          </p:cNvPr>
          <p:cNvSpPr txBox="1"/>
          <p:nvPr/>
        </p:nvSpPr>
        <p:spPr>
          <a:xfrm>
            <a:off x="609600" y="1524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Not every subject, a full curriculum, or a video course.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Not a public site, an account system, or a billing product.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Not OCR, speech, class sharing, or a public library.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127.0.0.1 is the builder computer only.</a:t>
            </a:r>
          </a:p>
        </p:txBody>
      </p:sp>
    </p:spTree>
    <p:extLst>
      <p:ext uri="{BB962C8B-B14F-4D97-AF65-F5344CB8AC3E}">
        <p14:creationId xmlns:p14="http://schemas.microsoft.com/office/powerpoint/2010/main" val="3547871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C58F2D-EA3F-2CD9-898A-339AD9D9835D}"/>
              </a:ext>
            </a:extLst>
          </p:cNvPr>
          <p:cNvSpPr txBox="1"/>
          <p:nvPr/>
        </p:nvSpPr>
        <p:spPr>
          <a:xfrm>
            <a:off x="609600" y="457200"/>
            <a:ext cx="1092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F2747"/>
                </a:solidFill>
                <a:latin typeface="Calibri" panose="020F0502020204030204" pitchFamily="34" charset="0"/>
              </a:rPr>
              <a:t>After the hackathon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CA9A3-AD29-B547-3A6A-147C932FEF3B}"/>
              </a:ext>
            </a:extLst>
          </p:cNvPr>
          <p:cNvSpPr txBox="1"/>
          <p:nvPr/>
        </p:nvSpPr>
        <p:spPr>
          <a:xfrm>
            <a:off x="609600" y="1524000"/>
            <a:ext cx="10922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Hackathon: local web demo, recorded video, this deck, and the GitHub repository.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Next: a hosted responsive web pilot with real accounts, private materials, isolated memory, deletion and consent, server-side secrets, and model rate limits.</a:t>
            </a:r>
          </a:p>
          <a:p>
            <a:r>
              <a:rPr lang="en-US" sz="2000">
                <a:solidFill>
                  <a:srgbClr val="282828"/>
                </a:solidFill>
                <a:latin typeface="Calibri" panose="020F0502020204030204" pitchFamily="34" charset="0"/>
              </a:rPr>
              <a:t>Android: consider only after that pilot shows a need, using the same backend. Not started.</a:t>
            </a:r>
          </a:p>
        </p:txBody>
      </p:sp>
    </p:spTree>
    <p:extLst>
      <p:ext uri="{BB962C8B-B14F-4D97-AF65-F5344CB8AC3E}">
        <p14:creationId xmlns:p14="http://schemas.microsoft.com/office/powerpoint/2010/main" val="265063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Custom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berinyuy melvine</dc:creator>
  <cp:lastModifiedBy>berinyuy melvine</cp:lastModifiedBy>
  <cp:revision>1</cp:revision>
  <dcterms:created xsi:type="dcterms:W3CDTF">2026-10-25T14:07:07Z</dcterms:created>
  <dcterms:modified xsi:type="dcterms:W3CDTF">2026-10-25T14:07:07Z</dcterms:modified>
</cp:coreProperties>
</file>